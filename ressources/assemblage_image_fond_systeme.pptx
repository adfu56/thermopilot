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9" r:id="rId4"/>
  </p:sldIdLst>
  <p:sldSz cx="12192000" cy="6858000"/>
  <p:notesSz cx="7104063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>
        <p:scale>
          <a:sx n="50" d="100"/>
          <a:sy n="50" d="100"/>
        </p:scale>
        <p:origin x="955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3931B86-8067-4359-B472-C1B0D689553A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78BD419B-3FB7-4850-A609-12A3AB6B674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6660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BD419B-3FB7-4850-A609-12A3AB6B6744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3015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9BA22-E846-3F8A-6911-62357C376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984EC52-6E1F-7FAB-7DF9-52BAA0B59F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4179A8-9D21-B9C3-8A9F-C7CA4D443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93EF-CA9D-46ED-A51E-A2F1CFC7CF63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A29938-8B77-E843-1950-3BE552DFA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7D53CC-DB8C-3CD8-A0A9-7CF168835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0E1BB-E812-4EEB-8FAC-A76DF006D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7438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B7E297-F270-5EDD-31B1-486C317E6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581FB4-B4EA-D969-5051-9A0DAD04E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330D36-0CFF-6908-1F90-9E93354DD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93EF-CA9D-46ED-A51E-A2F1CFC7CF63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B07E8F-9197-1A08-A8AD-EC9A4A6B0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34BFEE0-5D37-CC78-C5C8-10A667979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0E1BB-E812-4EEB-8FAC-A76DF006D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2030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2A6718-247E-FD05-624D-CF740B3EB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45A661B-1107-6F46-B821-A5874BD87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3FBDBD4-1A3E-39ED-5C9B-622DC0347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93EF-CA9D-46ED-A51E-A2F1CFC7CF63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698C4D-BE12-ECED-6DB6-858D3A461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3C561B-A66B-2063-115B-4354897BC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0E1BB-E812-4EEB-8FAC-A76DF006D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1214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DB4C08-A9F8-D989-2381-0CBAB0D4D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49C1A1-C546-8059-594D-07C0119352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D564A6-E65F-0300-AF93-EDF58BA65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C180DE3-16AE-99DB-133E-C87CD4BD1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93EF-CA9D-46ED-A51E-A2F1CFC7CF63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6403103-39FD-6011-58E3-D7AC5275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14A540D-B29C-B5FE-EEF8-770285BB0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0E1BB-E812-4EEB-8FAC-A76DF006D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213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251A62-C1B2-3AD6-A6E7-18CDF52DA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18CFDA4-8B24-4273-4052-8E32BB6FF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7A75356-DC60-B449-15D2-281C32692C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51A5690-9F76-8C97-D5CF-AE21AE42C9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7AEC823-E362-51AC-20F7-8E84E3AB83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2D27E80-EC16-6D9C-BDD6-6458AED0A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93EF-CA9D-46ED-A51E-A2F1CFC7CF63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543F836-CD76-CE46-4DB9-FA172E360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D0E38CD-E91F-9532-C99F-27EB70904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0E1BB-E812-4EEB-8FAC-A76DF006D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2467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578B6E-A673-0E0F-D576-9F19789AB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1D622C1-F4A1-61EA-6825-44112B007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93EF-CA9D-46ED-A51E-A2F1CFC7CF63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E376945-CD9F-FFA8-B61D-9A57373F5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B7B7108-38FC-5FCA-9C59-42E83F268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0E1BB-E812-4EEB-8FAC-A76DF006D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1460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D704A3D-4EA1-96B8-990F-6095A039D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93EF-CA9D-46ED-A51E-A2F1CFC7CF63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8B6CA40-1C65-DB35-B007-09CFE6ACE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925BBC1-B164-CB80-3758-08A90EB44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0E1BB-E812-4EEB-8FAC-A76DF006D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6199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0BC4C0-FC3E-5D43-9F68-62A99811C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6ADD99-819E-3D10-88DF-48D69532A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9BDFD6-7C8F-FCAD-9494-38FBC12E6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25A43BE-65D2-DB5A-94DB-F37B9620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93EF-CA9D-46ED-A51E-A2F1CFC7CF63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31B7587-FC08-5A99-A932-269B01088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94C634-D995-B8CF-EBDE-1E7691C1D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0E1BB-E812-4EEB-8FAC-A76DF006D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9632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D23074-62FB-302F-C044-69D7F5CFD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989D4E8-2194-529F-25E4-E985988CDB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7322BB8-2A3F-CC9D-F522-A1F2F0C41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4975B1C-CA61-DFAB-4BB3-EC77A35A4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93EF-CA9D-46ED-A51E-A2F1CFC7CF63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3565563-4856-EC23-6DE3-C79E4847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96C02D1-D30D-4280-1607-C6A8EFA02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0E1BB-E812-4EEB-8FAC-A76DF006D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1965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DFCAA7-EAB4-F822-34FE-2391C6F1B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F7A06EF-0294-4682-6B18-003C83D2AE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D233F5-C858-F29A-D9DF-BA0644DC3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93EF-CA9D-46ED-A51E-A2F1CFC7CF63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248BF4-1E99-22A1-B097-CD2B5FFB3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F552FB-8AC2-B983-DEA5-09DBBF14B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0E1BB-E812-4EEB-8FAC-A76DF006D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3151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08F0ABD-E7C3-F8B9-FDA5-2C5469C2D2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9715B65-BBEE-1A06-0F2A-2E3FEFE138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21733A9-30D9-242D-6419-7B78DD0A7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93EF-CA9D-46ED-A51E-A2F1CFC7CF63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3AA5C3-083A-2629-6218-43D3F20C5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B4602D-67FB-8FCC-9CDA-98F3F0C12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0E1BB-E812-4EEB-8FAC-A76DF006D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3284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7F6A60B-321F-7FEF-0B6C-2104B41BB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C378BE6-A486-9E7D-2DCD-485167645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7B1832-A607-1AD0-6107-66C970CA12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BD93EF-CA9D-46ED-A51E-A2F1CFC7CF63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EC1608-9151-91E2-2434-47F8E34DFB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F20DBE-C742-A3B1-9EDD-840D51BE95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E0E1BB-E812-4EEB-8FAC-A76DF006D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9951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jpe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22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0.png"/><Relationship Id="rId5" Type="http://schemas.openxmlformats.org/officeDocument/2006/relationships/image" Target="../media/image16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5.png"/><Relationship Id="rId9" Type="http://schemas.microsoft.com/office/2007/relationships/hdphoto" Target="../media/hdphoto1.wdp"/><Relationship Id="rId1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A84CFF7-851A-EA38-4AC7-37438E5A30F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788" b="95711" l="13885" r="83612">
                        <a14:foregroundMark x1="29970" y1="59481" x2="29970" y2="59029"/>
                        <a14:foregroundMark x1="29666" y1="58239" x2="29666" y2="58014"/>
                        <a14:foregroundMark x1="28832" y1="56772" x2="30349" y2="59594"/>
                        <a14:foregroundMark x1="62215" y1="39165" x2="62215" y2="39165"/>
                        <a14:foregroundMark x1="60470" y1="38036" x2="40288" y2="28555"/>
                        <a14:foregroundMark x1="40288" y1="28555" x2="50152" y2="27540"/>
                        <a14:foregroundMark x1="50152" y1="27540" x2="62747" y2="40632"/>
                        <a14:foregroundMark x1="60926" y1="40632" x2="49924" y2="31264"/>
                        <a14:foregroundMark x1="49924" y1="31264" x2="43627" y2="21558"/>
                        <a14:foregroundMark x1="43627" y1="21558" x2="39985" y2="18849"/>
                        <a14:foregroundMark x1="34219" y1="7788" x2="78680" y2="45485"/>
                        <a14:foregroundMark x1="78680" y1="45485" x2="71017" y2="51016"/>
                        <a14:foregroundMark x1="71017" y1="51016" x2="68437" y2="54966"/>
                        <a14:foregroundMark x1="33839" y1="8465" x2="14340" y2="25282"/>
                        <a14:foregroundMark x1="14036" y1="25734" x2="13885" y2="54176"/>
                        <a14:foregroundMark x1="14112" y1="53612" x2="38088" y2="74266"/>
                        <a14:foregroundMark x1="38088" y1="74266" x2="38164" y2="74492"/>
                        <a14:foregroundMark x1="52883" y1="87246" x2="58422" y2="90745"/>
                        <a14:foregroundMark x1="58042" y1="63205" x2="57663" y2="90519"/>
                        <a14:foregroundMark x1="67678" y1="82957" x2="69499" y2="82167"/>
                        <a14:foregroundMark x1="54932" y1="94808" x2="54932" y2="94808"/>
                        <a14:foregroundMark x1="54476" y1="66817" x2="54476" y2="66817"/>
                        <a14:foregroundMark x1="51669" y1="65801" x2="51669" y2="65801"/>
                        <a14:foregroundMark x1="44082" y1="58691" x2="44006" y2="58465"/>
                        <a14:foregroundMark x1="36039" y1="60271" x2="36039" y2="60384"/>
                        <a14:foregroundMark x1="33460" y1="58352" x2="31259" y2="61625"/>
                        <a14:foregroundMark x1="14719" y1="51806" x2="18589" y2="54402"/>
                        <a14:foregroundMark x1="33156" y1="48646" x2="33156" y2="48758"/>
                        <a14:foregroundMark x1="34598" y1="46388" x2="45144" y2="53160"/>
                        <a14:foregroundMark x1="45144" y1="53160" x2="52656" y2="63544"/>
                        <a14:foregroundMark x1="24734" y1="27540" x2="52124" y2="52257"/>
                        <a14:foregroundMark x1="28073" y1="26862" x2="48558" y2="45147"/>
                        <a14:foregroundMark x1="30197" y1="24944" x2="58953" y2="50339"/>
                        <a14:foregroundMark x1="82246" y1="78330" x2="83687" y2="76411"/>
                        <a14:foregroundMark x1="76631" y1="95711" x2="76631" y2="95711"/>
                        <a14:backgroundMark x1="23065" y1="67043" x2="23065" y2="67043"/>
                        <a14:backgroundMark x1="22989" y1="67043" x2="22989" y2="67043"/>
                        <a14:backgroundMark x1="23065" y1="66704" x2="23065" y2="667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955" t="6937" r="12881" b="1236"/>
          <a:stretch>
            <a:fillRect/>
          </a:stretch>
        </p:blipFill>
        <p:spPr>
          <a:xfrm>
            <a:off x="7290588" y="2356694"/>
            <a:ext cx="4654537" cy="3874135"/>
          </a:xfrm>
          <a:prstGeom prst="rect">
            <a:avLst/>
          </a:prstGeom>
        </p:spPr>
      </p:pic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EDB8E5F9-6D17-CC3A-29E1-3FDD9E168EB5}"/>
              </a:ext>
            </a:extLst>
          </p:cNvPr>
          <p:cNvCxnSpPr>
            <a:cxnSpLocks/>
          </p:cNvCxnSpPr>
          <p:nvPr/>
        </p:nvCxnSpPr>
        <p:spPr>
          <a:xfrm>
            <a:off x="10762663" y="2977572"/>
            <a:ext cx="0" cy="2508634"/>
          </a:xfrm>
          <a:prstGeom prst="straightConnector1">
            <a:avLst/>
          </a:prstGeom>
          <a:ln>
            <a:solidFill>
              <a:srgbClr val="00B050"/>
            </a:solidFill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age 6">
            <a:extLst>
              <a:ext uri="{FF2B5EF4-FFF2-40B4-BE49-F238E27FC236}">
                <a16:creationId xmlns:a16="http://schemas.microsoft.com/office/drawing/2014/main" id="{F69B818B-3A61-1FE1-9F08-B49A0F98BEB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75" y="636505"/>
            <a:ext cx="6895971" cy="5190577"/>
          </a:xfrm>
          <a:prstGeom prst="rect">
            <a:avLst/>
          </a:prstGeom>
        </p:spPr>
      </p:pic>
      <p:cxnSp>
        <p:nvCxnSpPr>
          <p:cNvPr id="3" name="Connecteur droit avec flèche 2">
            <a:extLst>
              <a:ext uri="{FF2B5EF4-FFF2-40B4-BE49-F238E27FC236}">
                <a16:creationId xmlns:a16="http://schemas.microsoft.com/office/drawing/2014/main" id="{5F915D8F-0912-6037-FEAB-C4647113106E}"/>
              </a:ext>
            </a:extLst>
          </p:cNvPr>
          <p:cNvCxnSpPr>
            <a:cxnSpLocks/>
          </p:cNvCxnSpPr>
          <p:nvPr/>
        </p:nvCxnSpPr>
        <p:spPr>
          <a:xfrm flipV="1">
            <a:off x="10754360" y="5217409"/>
            <a:ext cx="0" cy="117224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A0B86748-6A1A-4E82-74A5-D32257827043}"/>
              </a:ext>
            </a:extLst>
          </p:cNvPr>
          <p:cNvCxnSpPr>
            <a:cxnSpLocks/>
          </p:cNvCxnSpPr>
          <p:nvPr/>
        </p:nvCxnSpPr>
        <p:spPr>
          <a:xfrm flipH="1" flipV="1">
            <a:off x="8325773" y="3565523"/>
            <a:ext cx="1798667" cy="6147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9F4DA043-65CB-8DEF-B42A-9B0C24B2DC25}"/>
              </a:ext>
            </a:extLst>
          </p:cNvPr>
          <p:cNvCxnSpPr>
            <a:cxnSpLocks/>
          </p:cNvCxnSpPr>
          <p:nvPr/>
        </p:nvCxnSpPr>
        <p:spPr>
          <a:xfrm flipV="1">
            <a:off x="7896767" y="3852035"/>
            <a:ext cx="0" cy="1476555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3E7B70E5-C9DD-D72B-AB63-41AC46FFDE1D}"/>
              </a:ext>
            </a:extLst>
          </p:cNvPr>
          <p:cNvCxnSpPr>
            <a:cxnSpLocks/>
          </p:cNvCxnSpPr>
          <p:nvPr/>
        </p:nvCxnSpPr>
        <p:spPr>
          <a:xfrm>
            <a:off x="8597848" y="1863593"/>
            <a:ext cx="0" cy="1651130"/>
          </a:xfrm>
          <a:prstGeom prst="straightConnector1">
            <a:avLst/>
          </a:prstGeom>
          <a:ln>
            <a:solidFill>
              <a:srgbClr val="00B050"/>
            </a:solidFill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BA5B5FB0-831F-691A-01B2-044741DF2BC6}"/>
              </a:ext>
            </a:extLst>
          </p:cNvPr>
          <p:cNvCxnSpPr>
            <a:cxnSpLocks/>
          </p:cNvCxnSpPr>
          <p:nvPr/>
        </p:nvCxnSpPr>
        <p:spPr>
          <a:xfrm>
            <a:off x="7425901" y="2356694"/>
            <a:ext cx="0" cy="1925492"/>
          </a:xfrm>
          <a:prstGeom prst="straightConnector1">
            <a:avLst/>
          </a:prstGeom>
          <a:ln>
            <a:solidFill>
              <a:srgbClr val="00B050"/>
            </a:solidFill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6932126E-8E02-CAB9-BB04-943D691D5492}"/>
              </a:ext>
            </a:extLst>
          </p:cNvPr>
          <p:cNvCxnSpPr>
            <a:cxnSpLocks/>
          </p:cNvCxnSpPr>
          <p:nvPr/>
        </p:nvCxnSpPr>
        <p:spPr>
          <a:xfrm flipH="1" flipV="1">
            <a:off x="8597848" y="3565523"/>
            <a:ext cx="1526592" cy="2337686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F77B0C8D-6A19-6A20-53D8-0B85FA66D0C6}"/>
              </a:ext>
            </a:extLst>
          </p:cNvPr>
          <p:cNvCxnSpPr>
            <a:cxnSpLocks/>
            <a:endCxn id="5" idx="1"/>
          </p:cNvCxnSpPr>
          <p:nvPr/>
        </p:nvCxnSpPr>
        <p:spPr>
          <a:xfrm flipH="1" flipV="1">
            <a:off x="7290588" y="4293762"/>
            <a:ext cx="3578072" cy="767102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EE275594-05D5-63EA-EB2B-4F00692A6ED1}"/>
              </a:ext>
            </a:extLst>
          </p:cNvPr>
          <p:cNvCxnSpPr>
            <a:cxnSpLocks/>
          </p:cNvCxnSpPr>
          <p:nvPr/>
        </p:nvCxnSpPr>
        <p:spPr>
          <a:xfrm>
            <a:off x="9375823" y="2255769"/>
            <a:ext cx="0" cy="2508634"/>
          </a:xfrm>
          <a:prstGeom prst="straightConnector1">
            <a:avLst/>
          </a:prstGeom>
          <a:ln>
            <a:solidFill>
              <a:srgbClr val="00B050"/>
            </a:solidFill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149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78947C-72AF-3C90-B0B7-D66AD3237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e 78">
            <a:extLst>
              <a:ext uri="{FF2B5EF4-FFF2-40B4-BE49-F238E27FC236}">
                <a16:creationId xmlns:a16="http://schemas.microsoft.com/office/drawing/2014/main" id="{B496E412-8730-21C7-170E-74CE133A4AC3}"/>
              </a:ext>
            </a:extLst>
          </p:cNvPr>
          <p:cNvGrpSpPr/>
          <p:nvPr/>
        </p:nvGrpSpPr>
        <p:grpSpPr>
          <a:xfrm>
            <a:off x="452250" y="822961"/>
            <a:ext cx="11377125" cy="5324152"/>
            <a:chOff x="452250" y="822961"/>
            <a:chExt cx="11377125" cy="5324152"/>
          </a:xfrm>
        </p:grpSpPr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B6673E6D-8085-11C9-CCD4-785DFC3E0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42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788" b="95711" l="13885" r="83612">
                          <a14:foregroundMark x1="29970" y1="59481" x2="29970" y2="59029"/>
                          <a14:foregroundMark x1="29666" y1="58239" x2="29666" y2="58014"/>
                          <a14:foregroundMark x1="28832" y1="56772" x2="30349" y2="59594"/>
                          <a14:foregroundMark x1="62215" y1="39165" x2="62215" y2="39165"/>
                          <a14:foregroundMark x1="60470" y1="38036" x2="40288" y2="28555"/>
                          <a14:foregroundMark x1="40288" y1="28555" x2="50152" y2="27540"/>
                          <a14:foregroundMark x1="50152" y1="27540" x2="62747" y2="40632"/>
                          <a14:foregroundMark x1="60926" y1="40632" x2="49924" y2="31264"/>
                          <a14:foregroundMark x1="49924" y1="31264" x2="43627" y2="21558"/>
                          <a14:foregroundMark x1="43627" y1="21558" x2="39985" y2="18849"/>
                          <a14:foregroundMark x1="34219" y1="7788" x2="78680" y2="45485"/>
                          <a14:foregroundMark x1="78680" y1="45485" x2="71017" y2="51016"/>
                          <a14:foregroundMark x1="71017" y1="51016" x2="68437" y2="54966"/>
                          <a14:foregroundMark x1="33839" y1="8465" x2="14340" y2="25282"/>
                          <a14:foregroundMark x1="14036" y1="25734" x2="13885" y2="54176"/>
                          <a14:foregroundMark x1="14112" y1="53612" x2="38088" y2="74266"/>
                          <a14:foregroundMark x1="38088" y1="74266" x2="38164" y2="74492"/>
                          <a14:foregroundMark x1="52883" y1="87246" x2="58422" y2="90745"/>
                          <a14:foregroundMark x1="58042" y1="63205" x2="57663" y2="90519"/>
                          <a14:foregroundMark x1="67678" y1="82957" x2="69499" y2="82167"/>
                          <a14:foregroundMark x1="54932" y1="94808" x2="54932" y2="94808"/>
                          <a14:foregroundMark x1="54476" y1="66817" x2="54476" y2="66817"/>
                          <a14:foregroundMark x1="51669" y1="65801" x2="51669" y2="65801"/>
                          <a14:foregroundMark x1="44082" y1="58691" x2="44006" y2="58465"/>
                          <a14:foregroundMark x1="36039" y1="60271" x2="36039" y2="60384"/>
                          <a14:foregroundMark x1="33460" y1="58352" x2="31259" y2="61625"/>
                          <a14:foregroundMark x1="14719" y1="51806" x2="18589" y2="54402"/>
                          <a14:foregroundMark x1="33156" y1="48646" x2="33156" y2="48758"/>
                          <a14:foregroundMark x1="34598" y1="46388" x2="45144" y2="53160"/>
                          <a14:foregroundMark x1="45144" y1="53160" x2="52656" y2="63544"/>
                          <a14:foregroundMark x1="24734" y1="27540" x2="52124" y2="52257"/>
                          <a14:foregroundMark x1="28073" y1="26862" x2="48558" y2="45147"/>
                          <a14:foregroundMark x1="30197" y1="24944" x2="58953" y2="50339"/>
                          <a14:foregroundMark x1="82246" y1="78330" x2="83687" y2="76411"/>
                          <a14:foregroundMark x1="76631" y1="95711" x2="76631" y2="95711"/>
                          <a14:backgroundMark x1="23065" y1="67043" x2="23065" y2="67043"/>
                          <a14:backgroundMark x1="22989" y1="67043" x2="22989" y2="67043"/>
                          <a14:backgroundMark x1="23065" y1="66704" x2="23065" y2="6670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955" t="6937" r="12881" b="1236"/>
            <a:stretch>
              <a:fillRect/>
            </a:stretch>
          </p:blipFill>
          <p:spPr>
            <a:xfrm>
              <a:off x="7174838" y="1731660"/>
              <a:ext cx="4654537" cy="3874135"/>
            </a:xfrm>
            <a:prstGeom prst="rect">
              <a:avLst/>
            </a:prstGeom>
          </p:spPr>
        </p:pic>
        <p:cxnSp>
          <p:nvCxnSpPr>
            <p:cNvPr id="42" name="Connecteur droit avec flèche 41">
              <a:extLst>
                <a:ext uri="{FF2B5EF4-FFF2-40B4-BE49-F238E27FC236}">
                  <a16:creationId xmlns:a16="http://schemas.microsoft.com/office/drawing/2014/main" id="{B68CC13E-E908-EC87-0C6B-8DB6B9A70D41}"/>
                </a:ext>
              </a:extLst>
            </p:cNvPr>
            <p:cNvCxnSpPr>
              <a:cxnSpLocks/>
            </p:cNvCxnSpPr>
            <p:nvPr/>
          </p:nvCxnSpPr>
          <p:spPr>
            <a:xfrm>
              <a:off x="8427543" y="1731660"/>
              <a:ext cx="0" cy="913333"/>
            </a:xfrm>
            <a:prstGeom prst="straightConnector1">
              <a:avLst/>
            </a:prstGeom>
            <a:ln>
              <a:solidFill>
                <a:srgbClr val="00B05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35CA4E23-1A06-FF6C-9F7C-95BE47212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250" y="822961"/>
              <a:ext cx="6485246" cy="4881426"/>
            </a:xfrm>
            <a:prstGeom prst="rect">
              <a:avLst/>
            </a:prstGeom>
          </p:spPr>
        </p:pic>
        <p:cxnSp>
          <p:nvCxnSpPr>
            <p:cNvPr id="15" name="Connecteur droit avec flèche 14">
              <a:extLst>
                <a:ext uri="{FF2B5EF4-FFF2-40B4-BE49-F238E27FC236}">
                  <a16:creationId xmlns:a16="http://schemas.microsoft.com/office/drawing/2014/main" id="{795B4061-D39D-A7DA-A143-F3CA756B5BC3}"/>
                </a:ext>
              </a:extLst>
            </p:cNvPr>
            <p:cNvCxnSpPr>
              <a:cxnSpLocks/>
            </p:cNvCxnSpPr>
            <p:nvPr/>
          </p:nvCxnSpPr>
          <p:spPr>
            <a:xfrm>
              <a:off x="9512255" y="2714758"/>
              <a:ext cx="0" cy="1006656"/>
            </a:xfrm>
            <a:prstGeom prst="straightConnector1">
              <a:avLst/>
            </a:prstGeom>
            <a:ln>
              <a:solidFill>
                <a:srgbClr val="00B05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avec flèche 17">
              <a:extLst>
                <a:ext uri="{FF2B5EF4-FFF2-40B4-BE49-F238E27FC236}">
                  <a16:creationId xmlns:a16="http://schemas.microsoft.com/office/drawing/2014/main" id="{92AD5188-F169-7CE2-2939-BBCF2882DF57}"/>
                </a:ext>
              </a:extLst>
            </p:cNvPr>
            <p:cNvCxnSpPr>
              <a:cxnSpLocks/>
            </p:cNvCxnSpPr>
            <p:nvPr/>
          </p:nvCxnSpPr>
          <p:spPr>
            <a:xfrm>
              <a:off x="9261930" y="3076285"/>
              <a:ext cx="0" cy="992601"/>
            </a:xfrm>
            <a:prstGeom prst="straightConnector1">
              <a:avLst/>
            </a:prstGeom>
            <a:ln>
              <a:solidFill>
                <a:srgbClr val="00B05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7637A271-968C-570B-0570-798134EF6D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20198" y="1782249"/>
              <a:ext cx="1493616" cy="2286637"/>
            </a:xfrm>
            <a:prstGeom prst="line">
              <a:avLst/>
            </a:prstGeom>
            <a:ln w="952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 droit 32">
              <a:extLst>
                <a:ext uri="{FF2B5EF4-FFF2-40B4-BE49-F238E27FC236}">
                  <a16:creationId xmlns:a16="http://schemas.microsoft.com/office/drawing/2014/main" id="{DD0D6233-6152-4196-25AE-B7C08F8283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45170" y="2487736"/>
              <a:ext cx="4008120" cy="864870"/>
            </a:xfrm>
            <a:prstGeom prst="line">
              <a:avLst/>
            </a:prstGeom>
            <a:ln w="952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ZoneTexte 44">
                  <a:extLst>
                    <a:ext uri="{FF2B5EF4-FFF2-40B4-BE49-F238E27FC236}">
                      <a16:creationId xmlns:a16="http://schemas.microsoft.com/office/drawing/2014/main" id="{ABA511DE-D712-6915-A193-ACEFCCD2EBE4}"/>
                    </a:ext>
                  </a:extLst>
                </p:cNvPr>
                <p:cNvSpPr txBox="1"/>
                <p:nvPr/>
              </p:nvSpPr>
              <p:spPr>
                <a:xfrm>
                  <a:off x="9057228" y="1584543"/>
                  <a:ext cx="932758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fr-FR" sz="1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  <m:t>1 ;0,45 ;0,3</m:t>
                            </m:r>
                          </m:e>
                        </m:d>
                      </m:oMath>
                    </m:oMathPara>
                  </a14:m>
                  <a:endParaRPr lang="fr-FR" sz="1000" dirty="0"/>
                </a:p>
              </p:txBody>
            </p:sp>
          </mc:Choice>
          <mc:Fallback>
            <p:sp>
              <p:nvSpPr>
                <p:cNvPr id="45" name="ZoneTexte 44">
                  <a:extLst>
                    <a:ext uri="{FF2B5EF4-FFF2-40B4-BE49-F238E27FC236}">
                      <a16:creationId xmlns:a16="http://schemas.microsoft.com/office/drawing/2014/main" id="{ABA511DE-D712-6915-A193-ACEFCCD2EB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57228" y="1584543"/>
                  <a:ext cx="932758" cy="24622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7" name="Groupe 46">
              <a:extLst>
                <a:ext uri="{FF2B5EF4-FFF2-40B4-BE49-F238E27FC236}">
                  <a16:creationId xmlns:a16="http://schemas.microsoft.com/office/drawing/2014/main" id="{29DAC99B-CF1B-0A46-1947-33636B34DF7F}"/>
                </a:ext>
              </a:extLst>
            </p:cNvPr>
            <p:cNvGrpSpPr/>
            <p:nvPr/>
          </p:nvGrpSpPr>
          <p:grpSpPr>
            <a:xfrm>
              <a:off x="9521954" y="5325740"/>
              <a:ext cx="1455891" cy="821373"/>
              <a:chOff x="9637704" y="6048310"/>
              <a:chExt cx="1455891" cy="821373"/>
            </a:xfrm>
          </p:grpSpPr>
          <p:grpSp>
            <p:nvGrpSpPr>
              <p:cNvPr id="39" name="Groupe 38">
                <a:extLst>
                  <a:ext uri="{FF2B5EF4-FFF2-40B4-BE49-F238E27FC236}">
                    <a16:creationId xmlns:a16="http://schemas.microsoft.com/office/drawing/2014/main" id="{C8B20DB3-621A-A65D-C24D-D9D3E2931B14}"/>
                  </a:ext>
                </a:extLst>
              </p:cNvPr>
              <p:cNvGrpSpPr/>
              <p:nvPr/>
            </p:nvGrpSpPr>
            <p:grpSpPr>
              <a:xfrm>
                <a:off x="10063373" y="6048310"/>
                <a:ext cx="599229" cy="581060"/>
                <a:chOff x="10063373" y="6048310"/>
                <a:chExt cx="599229" cy="581060"/>
              </a:xfrm>
            </p:grpSpPr>
            <p:cxnSp>
              <p:nvCxnSpPr>
                <p:cNvPr id="4" name="Connecteur droit avec flèche 3">
                  <a:extLst>
                    <a:ext uri="{FF2B5EF4-FFF2-40B4-BE49-F238E27FC236}">
                      <a16:creationId xmlns:a16="http://schemas.microsoft.com/office/drawing/2014/main" id="{73AAD899-8583-BB4D-DE18-BCAFFF3F59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365650" y="6183392"/>
                  <a:ext cx="0" cy="310896"/>
                </a:xfrm>
                <a:prstGeom prst="straightConnector1">
                  <a:avLst/>
                </a:prstGeom>
                <a:ln w="9525"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Connecteur droit avec flèche 5">
                  <a:extLst>
                    <a:ext uri="{FF2B5EF4-FFF2-40B4-BE49-F238E27FC236}">
                      <a16:creationId xmlns:a16="http://schemas.microsoft.com/office/drawing/2014/main" id="{0BC17FBE-35BE-2800-50D4-D50A904EAD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0142130" y="6359848"/>
                  <a:ext cx="224155" cy="132535"/>
                </a:xfrm>
                <a:prstGeom prst="straightConnector1">
                  <a:avLst/>
                </a:prstGeom>
                <a:ln w="9525"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Connecteur droit avec flèche 13">
                  <a:extLst>
                    <a:ext uri="{FF2B5EF4-FFF2-40B4-BE49-F238E27FC236}">
                      <a16:creationId xmlns:a16="http://schemas.microsoft.com/office/drawing/2014/main" id="{4EA28893-3825-1C9F-9A63-87E51C5EA4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366500" y="6370991"/>
                  <a:ext cx="204345" cy="118217"/>
                </a:xfrm>
                <a:prstGeom prst="straightConnector1">
                  <a:avLst/>
                </a:prstGeom>
                <a:ln w="9525"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4" name="ZoneTexte 33">
                      <a:extLst>
                        <a:ext uri="{FF2B5EF4-FFF2-40B4-BE49-F238E27FC236}">
                          <a16:creationId xmlns:a16="http://schemas.microsoft.com/office/drawing/2014/main" id="{F0FF1A2B-F231-5329-30A7-0A3157A5B87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327068" y="6475482"/>
                      <a:ext cx="78650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fr-FR" sz="100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fr-FR" sz="1000" dirty="0"/>
                    </a:p>
                  </p:txBody>
                </p:sp>
              </mc:Choice>
              <mc:Fallback>
                <p:sp>
                  <p:nvSpPr>
                    <p:cNvPr id="34" name="ZoneTexte 33">
                      <a:extLst>
                        <a:ext uri="{FF2B5EF4-FFF2-40B4-BE49-F238E27FC236}">
                          <a16:creationId xmlns:a16="http://schemas.microsoft.com/office/drawing/2014/main" id="{F0FF1A2B-F231-5329-30A7-0A3157A5B87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327068" y="6475482"/>
                      <a:ext cx="78650" cy="153888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46154" r="-61538" b="-4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5" name="ZoneTexte 34">
                      <a:extLst>
                        <a:ext uri="{FF2B5EF4-FFF2-40B4-BE49-F238E27FC236}">
                          <a16:creationId xmlns:a16="http://schemas.microsoft.com/office/drawing/2014/main" id="{ED29FA19-2BA0-7131-CD9D-572351C2692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063373" y="6254810"/>
                      <a:ext cx="78650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fr-FR" sz="100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fr-FR" sz="1000" dirty="0"/>
                    </a:p>
                  </p:txBody>
                </p:sp>
              </mc:Choice>
              <mc:Fallback>
                <p:sp>
                  <p:nvSpPr>
                    <p:cNvPr id="35" name="ZoneTexte 34">
                      <a:extLst>
                        <a:ext uri="{FF2B5EF4-FFF2-40B4-BE49-F238E27FC236}">
                          <a16:creationId xmlns:a16="http://schemas.microsoft.com/office/drawing/2014/main" id="{ED29FA19-2BA0-7131-CD9D-572351C2692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063373" y="6254810"/>
                      <a:ext cx="78650" cy="153888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46154" r="-2307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6" name="ZoneTexte 35">
                      <a:extLst>
                        <a:ext uri="{FF2B5EF4-FFF2-40B4-BE49-F238E27FC236}">
                          <a16:creationId xmlns:a16="http://schemas.microsoft.com/office/drawing/2014/main" id="{C4000B93-0830-5F7E-60FD-454242B1398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583952" y="6254810"/>
                      <a:ext cx="78650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fr-FR" sz="100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fr-FR" sz="1000" dirty="0"/>
                    </a:p>
                  </p:txBody>
                </p:sp>
              </mc:Choice>
              <mc:Fallback>
                <p:sp>
                  <p:nvSpPr>
                    <p:cNvPr id="36" name="ZoneTexte 35">
                      <a:extLst>
                        <a:ext uri="{FF2B5EF4-FFF2-40B4-BE49-F238E27FC236}">
                          <a16:creationId xmlns:a16="http://schemas.microsoft.com/office/drawing/2014/main" id="{C4000B93-0830-5F7E-60FD-454242B1398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583952" y="6254810"/>
                      <a:ext cx="78650" cy="153888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53846" r="-53846" b="-2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7" name="ZoneTexte 36">
                      <a:extLst>
                        <a:ext uri="{FF2B5EF4-FFF2-40B4-BE49-F238E27FC236}">
                          <a16:creationId xmlns:a16="http://schemas.microsoft.com/office/drawing/2014/main" id="{45B5FE22-951A-210A-554B-35EACC14B9D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332783" y="6048310"/>
                      <a:ext cx="78650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fr-FR" sz="100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fr-FR" sz="1000" dirty="0"/>
                    </a:p>
                  </p:txBody>
                </p:sp>
              </mc:Choice>
              <mc:Fallback>
                <p:sp>
                  <p:nvSpPr>
                    <p:cNvPr id="37" name="ZoneTexte 36">
                      <a:extLst>
                        <a:ext uri="{FF2B5EF4-FFF2-40B4-BE49-F238E27FC236}">
                          <a16:creationId xmlns:a16="http://schemas.microsoft.com/office/drawing/2014/main" id="{45B5FE22-951A-210A-554B-35EACC14B9D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332783" y="6048310"/>
                      <a:ext cx="78650" cy="153888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30769" r="-3076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6" name="ZoneTexte 45">
                    <a:extLst>
                      <a:ext uri="{FF2B5EF4-FFF2-40B4-BE49-F238E27FC236}">
                        <a16:creationId xmlns:a16="http://schemas.microsoft.com/office/drawing/2014/main" id="{F4B4800B-E5DD-B78F-4B21-2503ACB93F16}"/>
                      </a:ext>
                    </a:extLst>
                  </p:cNvPr>
                  <p:cNvSpPr txBox="1"/>
                  <p:nvPr/>
                </p:nvSpPr>
                <p:spPr>
                  <a:xfrm>
                    <a:off x="9637704" y="6500351"/>
                    <a:ext cx="145589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 ;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 ;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oMath>
                      </m:oMathPara>
                    </a14:m>
                    <a:endParaRPr lang="fr-FR" dirty="0"/>
                  </a:p>
                </p:txBody>
              </p:sp>
            </mc:Choice>
            <mc:Fallback>
              <p:sp>
                <p:nvSpPr>
                  <p:cNvPr id="46" name="ZoneTexte 45">
                    <a:extLst>
                      <a:ext uri="{FF2B5EF4-FFF2-40B4-BE49-F238E27FC236}">
                        <a16:creationId xmlns:a16="http://schemas.microsoft.com/office/drawing/2014/main" id="{F4B4800B-E5DD-B78F-4B21-2503ACB93F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37704" y="6500351"/>
                    <a:ext cx="1455891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6667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0" name="Connecteur droit avec flèche 49">
              <a:extLst>
                <a:ext uri="{FF2B5EF4-FFF2-40B4-BE49-F238E27FC236}">
                  <a16:creationId xmlns:a16="http://schemas.microsoft.com/office/drawing/2014/main" id="{FC929AFF-D2EF-3F40-ED33-0E669C60E39B}"/>
                </a:ext>
              </a:extLst>
            </p:cNvPr>
            <p:cNvCxnSpPr>
              <a:cxnSpLocks/>
            </p:cNvCxnSpPr>
            <p:nvPr/>
          </p:nvCxnSpPr>
          <p:spPr>
            <a:xfrm>
              <a:off x="9262391" y="1782249"/>
              <a:ext cx="0" cy="1294036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eur droit avec flèche 52">
              <a:extLst>
                <a:ext uri="{FF2B5EF4-FFF2-40B4-BE49-F238E27FC236}">
                  <a16:creationId xmlns:a16="http://schemas.microsoft.com/office/drawing/2014/main" id="{FE9FE8A6-AC3D-E816-1F07-D17B6E9B2C1B}"/>
                </a:ext>
              </a:extLst>
            </p:cNvPr>
            <p:cNvCxnSpPr>
              <a:cxnSpLocks/>
            </p:cNvCxnSpPr>
            <p:nvPr/>
          </p:nvCxnSpPr>
          <p:spPr>
            <a:xfrm>
              <a:off x="9512255" y="2262002"/>
              <a:ext cx="0" cy="518372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ZoneTexte 54">
                  <a:extLst>
                    <a:ext uri="{FF2B5EF4-FFF2-40B4-BE49-F238E27FC236}">
                      <a16:creationId xmlns:a16="http://schemas.microsoft.com/office/drawing/2014/main" id="{BAB5679D-72E4-39AB-1733-F80B8EEE62EA}"/>
                    </a:ext>
                  </a:extLst>
                </p:cNvPr>
                <p:cNvSpPr txBox="1"/>
                <p:nvPr/>
              </p:nvSpPr>
              <p:spPr>
                <a:xfrm>
                  <a:off x="9278560" y="2035104"/>
                  <a:ext cx="932758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fr-FR" sz="1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  <m:t>0,4 ;0,2 ;0,45</m:t>
                            </m:r>
                          </m:e>
                        </m:d>
                      </m:oMath>
                    </m:oMathPara>
                  </a14:m>
                  <a:endParaRPr lang="fr-FR" sz="1000" dirty="0"/>
                </a:p>
              </p:txBody>
            </p:sp>
          </mc:Choice>
          <mc:Fallback>
            <p:sp>
              <p:nvSpPr>
                <p:cNvPr id="55" name="ZoneTexte 54">
                  <a:extLst>
                    <a:ext uri="{FF2B5EF4-FFF2-40B4-BE49-F238E27FC236}">
                      <a16:creationId xmlns:a16="http://schemas.microsoft.com/office/drawing/2014/main" id="{BAB5679D-72E4-39AB-1733-F80B8EEE62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8560" y="2035104"/>
                  <a:ext cx="932758" cy="24622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Connecteur droit avec flèche 57">
              <a:extLst>
                <a:ext uri="{FF2B5EF4-FFF2-40B4-BE49-F238E27FC236}">
                  <a16:creationId xmlns:a16="http://schemas.microsoft.com/office/drawing/2014/main" id="{65BB6BE1-2C33-BDA7-D416-542DBE9989EC}"/>
                </a:ext>
              </a:extLst>
            </p:cNvPr>
            <p:cNvCxnSpPr>
              <a:cxnSpLocks/>
            </p:cNvCxnSpPr>
            <p:nvPr/>
          </p:nvCxnSpPr>
          <p:spPr>
            <a:xfrm>
              <a:off x="8427543" y="1274886"/>
              <a:ext cx="0" cy="511924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ZoneTexte 59">
                  <a:extLst>
                    <a:ext uri="{FF2B5EF4-FFF2-40B4-BE49-F238E27FC236}">
                      <a16:creationId xmlns:a16="http://schemas.microsoft.com/office/drawing/2014/main" id="{93E5D12D-D09B-BD84-C510-2BD1BEDF19FE}"/>
                    </a:ext>
                  </a:extLst>
                </p:cNvPr>
                <p:cNvSpPr txBox="1"/>
                <p:nvPr/>
              </p:nvSpPr>
              <p:spPr>
                <a:xfrm>
                  <a:off x="7954964" y="1065969"/>
                  <a:ext cx="932758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fr-FR" sz="1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  <m:t>1,5 ;0,4 ;0,6</m:t>
                            </m:r>
                          </m:e>
                        </m:d>
                      </m:oMath>
                    </m:oMathPara>
                  </a14:m>
                  <a:endParaRPr lang="fr-FR" sz="1000" dirty="0"/>
                </a:p>
              </p:txBody>
            </p:sp>
          </mc:Choice>
          <mc:Fallback>
            <p:sp>
              <p:nvSpPr>
                <p:cNvPr id="60" name="ZoneTexte 59">
                  <a:extLst>
                    <a:ext uri="{FF2B5EF4-FFF2-40B4-BE49-F238E27FC236}">
                      <a16:creationId xmlns:a16="http://schemas.microsoft.com/office/drawing/2014/main" id="{93E5D12D-D09B-BD84-C510-2BD1BEDF19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4964" y="1065969"/>
                  <a:ext cx="932758" cy="24622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Connecteur droit avec flèche 64">
              <a:extLst>
                <a:ext uri="{FF2B5EF4-FFF2-40B4-BE49-F238E27FC236}">
                  <a16:creationId xmlns:a16="http://schemas.microsoft.com/office/drawing/2014/main" id="{8702B74E-E6ED-DDB4-F1B6-DE6107B492C5}"/>
                </a:ext>
              </a:extLst>
            </p:cNvPr>
            <p:cNvCxnSpPr>
              <a:cxnSpLocks/>
            </p:cNvCxnSpPr>
            <p:nvPr/>
          </p:nvCxnSpPr>
          <p:spPr>
            <a:xfrm>
              <a:off x="7870254" y="2402156"/>
              <a:ext cx="0" cy="1077649"/>
            </a:xfrm>
            <a:prstGeom prst="straightConnector1">
              <a:avLst/>
            </a:prstGeom>
            <a:ln>
              <a:solidFill>
                <a:srgbClr val="00B05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eur droit avec flèche 65">
              <a:extLst>
                <a:ext uri="{FF2B5EF4-FFF2-40B4-BE49-F238E27FC236}">
                  <a16:creationId xmlns:a16="http://schemas.microsoft.com/office/drawing/2014/main" id="{55D42EB7-4720-4EC7-4D4E-6B317AF2CC3C}"/>
                </a:ext>
              </a:extLst>
            </p:cNvPr>
            <p:cNvCxnSpPr>
              <a:cxnSpLocks/>
            </p:cNvCxnSpPr>
            <p:nvPr/>
          </p:nvCxnSpPr>
          <p:spPr>
            <a:xfrm>
              <a:off x="7870254" y="2006040"/>
              <a:ext cx="0" cy="511924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" name="ZoneTexte 66">
                  <a:extLst>
                    <a:ext uri="{FF2B5EF4-FFF2-40B4-BE49-F238E27FC236}">
                      <a16:creationId xmlns:a16="http://schemas.microsoft.com/office/drawing/2014/main" id="{8DD27305-463A-093B-92D2-32A3B7E6F91C}"/>
                    </a:ext>
                  </a:extLst>
                </p:cNvPr>
                <p:cNvSpPr txBox="1"/>
                <p:nvPr/>
              </p:nvSpPr>
              <p:spPr>
                <a:xfrm>
                  <a:off x="7389936" y="1812376"/>
                  <a:ext cx="932758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fr-FR" sz="1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  <m:t>1,6 ;0,2 ;0,3</m:t>
                            </m:r>
                          </m:e>
                        </m:d>
                      </m:oMath>
                    </m:oMathPara>
                  </a14:m>
                  <a:endParaRPr lang="fr-FR" sz="1000" dirty="0"/>
                </a:p>
              </p:txBody>
            </p:sp>
          </mc:Choice>
          <mc:Fallback>
            <p:sp>
              <p:nvSpPr>
                <p:cNvPr id="67" name="ZoneTexte 66">
                  <a:extLst>
                    <a:ext uri="{FF2B5EF4-FFF2-40B4-BE49-F238E27FC236}">
                      <a16:creationId xmlns:a16="http://schemas.microsoft.com/office/drawing/2014/main" id="{8DD27305-463A-093B-92D2-32A3B7E6F9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9936" y="1812376"/>
                  <a:ext cx="932758" cy="24622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4" name="Connecteur droit avec flèche 73">
              <a:extLst>
                <a:ext uri="{FF2B5EF4-FFF2-40B4-BE49-F238E27FC236}">
                  <a16:creationId xmlns:a16="http://schemas.microsoft.com/office/drawing/2014/main" id="{030C434D-2C8C-D0E3-1382-BCEF194634E9}"/>
                </a:ext>
              </a:extLst>
            </p:cNvPr>
            <p:cNvCxnSpPr>
              <a:cxnSpLocks/>
            </p:cNvCxnSpPr>
            <p:nvPr/>
          </p:nvCxnSpPr>
          <p:spPr>
            <a:xfrm>
              <a:off x="7376366" y="1857643"/>
              <a:ext cx="0" cy="1077649"/>
            </a:xfrm>
            <a:prstGeom prst="straightConnector1">
              <a:avLst/>
            </a:prstGeom>
            <a:ln>
              <a:solidFill>
                <a:srgbClr val="00B05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cteur droit avec flèche 74">
              <a:extLst>
                <a:ext uri="{FF2B5EF4-FFF2-40B4-BE49-F238E27FC236}">
                  <a16:creationId xmlns:a16="http://schemas.microsoft.com/office/drawing/2014/main" id="{E060FDFC-1FDF-42D6-9AD9-F02333F9FEA8}"/>
                </a:ext>
              </a:extLst>
            </p:cNvPr>
            <p:cNvCxnSpPr>
              <a:cxnSpLocks/>
            </p:cNvCxnSpPr>
            <p:nvPr/>
          </p:nvCxnSpPr>
          <p:spPr>
            <a:xfrm>
              <a:off x="7376366" y="1461527"/>
              <a:ext cx="0" cy="511924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ZoneTexte 75">
                  <a:extLst>
                    <a:ext uri="{FF2B5EF4-FFF2-40B4-BE49-F238E27FC236}">
                      <a16:creationId xmlns:a16="http://schemas.microsoft.com/office/drawing/2014/main" id="{03DF638C-35A1-5DF5-1A9D-1C4CFBFBED80}"/>
                    </a:ext>
                  </a:extLst>
                </p:cNvPr>
                <p:cNvSpPr txBox="1"/>
                <p:nvPr/>
              </p:nvSpPr>
              <p:spPr>
                <a:xfrm>
                  <a:off x="6793376" y="1264991"/>
                  <a:ext cx="11085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fr-FR" sz="1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  <m:t>1,95 ;0,05 ;0,45</m:t>
                            </m:r>
                          </m:e>
                        </m:d>
                      </m:oMath>
                    </m:oMathPara>
                  </a14:m>
                  <a:endParaRPr lang="fr-FR" sz="1000" dirty="0"/>
                </a:p>
              </p:txBody>
            </p:sp>
          </mc:Choice>
          <mc:Fallback>
            <p:sp>
              <p:nvSpPr>
                <p:cNvPr id="76" name="ZoneTexte 75">
                  <a:extLst>
                    <a:ext uri="{FF2B5EF4-FFF2-40B4-BE49-F238E27FC236}">
                      <a16:creationId xmlns:a16="http://schemas.microsoft.com/office/drawing/2014/main" id="{03DF638C-35A1-5DF5-1A9D-1C4CFBFBED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3376" y="1264991"/>
                  <a:ext cx="1108579" cy="24622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" name="ZoneTexte 76">
                  <a:extLst>
                    <a:ext uri="{FF2B5EF4-FFF2-40B4-BE49-F238E27FC236}">
                      <a16:creationId xmlns:a16="http://schemas.microsoft.com/office/drawing/2014/main" id="{73D222E9-0086-A17A-8C00-AD4C00FB1CAC}"/>
                    </a:ext>
                  </a:extLst>
                </p:cNvPr>
                <p:cNvSpPr txBox="1"/>
                <p:nvPr/>
              </p:nvSpPr>
              <p:spPr>
                <a:xfrm>
                  <a:off x="8177442" y="1552330"/>
                  <a:ext cx="1108579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fr-FR" sz="8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 ;0,9 ;0,7</m:t>
                            </m:r>
                          </m:e>
                        </m:d>
                      </m:oMath>
                    </m:oMathPara>
                  </a14:m>
                  <a:endParaRPr lang="fr-FR" sz="8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77" name="ZoneTexte 76">
                  <a:extLst>
                    <a:ext uri="{FF2B5EF4-FFF2-40B4-BE49-F238E27FC236}">
                      <a16:creationId xmlns:a16="http://schemas.microsoft.com/office/drawing/2014/main" id="{73D222E9-0086-A17A-8C00-AD4C00FB1C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7442" y="1552330"/>
                  <a:ext cx="1108579" cy="21544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8" name="Ellipse 77">
              <a:extLst>
                <a:ext uri="{FF2B5EF4-FFF2-40B4-BE49-F238E27FC236}">
                  <a16:creationId xmlns:a16="http://schemas.microsoft.com/office/drawing/2014/main" id="{1A274A78-6810-5F79-A6DE-D38E01F74E7B}"/>
                </a:ext>
              </a:extLst>
            </p:cNvPr>
            <p:cNvSpPr/>
            <p:nvPr/>
          </p:nvSpPr>
          <p:spPr>
            <a:xfrm>
              <a:off x="8488623" y="1735456"/>
              <a:ext cx="72000" cy="720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58297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39EEDD-EA4A-C65D-F7C2-3BE8CC283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e 38">
            <a:extLst>
              <a:ext uri="{FF2B5EF4-FFF2-40B4-BE49-F238E27FC236}">
                <a16:creationId xmlns:a16="http://schemas.microsoft.com/office/drawing/2014/main" id="{D25AAFF8-48CB-3EEC-C79D-01D77433033B}"/>
              </a:ext>
            </a:extLst>
          </p:cNvPr>
          <p:cNvGrpSpPr/>
          <p:nvPr/>
        </p:nvGrpSpPr>
        <p:grpSpPr>
          <a:xfrm>
            <a:off x="6373505" y="4397920"/>
            <a:ext cx="599229" cy="611540"/>
            <a:chOff x="10063373" y="6048310"/>
            <a:chExt cx="599229" cy="611540"/>
          </a:xfrm>
        </p:grpSpPr>
        <p:cxnSp>
          <p:nvCxnSpPr>
            <p:cNvPr id="4" name="Connecteur droit avec flèche 3">
              <a:extLst>
                <a:ext uri="{FF2B5EF4-FFF2-40B4-BE49-F238E27FC236}">
                  <a16:creationId xmlns:a16="http://schemas.microsoft.com/office/drawing/2014/main" id="{D5494DC6-A27F-EDE9-6AFF-81AA6DE55A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5650" y="6183392"/>
              <a:ext cx="0" cy="310896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eur droit avec flèche 5">
              <a:extLst>
                <a:ext uri="{FF2B5EF4-FFF2-40B4-BE49-F238E27FC236}">
                  <a16:creationId xmlns:a16="http://schemas.microsoft.com/office/drawing/2014/main" id="{A4D839AE-8E10-3B08-8A15-D9B1665033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2130" y="6359848"/>
              <a:ext cx="224155" cy="132535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avec flèche 13">
              <a:extLst>
                <a:ext uri="{FF2B5EF4-FFF2-40B4-BE49-F238E27FC236}">
                  <a16:creationId xmlns:a16="http://schemas.microsoft.com/office/drawing/2014/main" id="{64B93981-E32D-A9C6-F8B5-4B7D56D427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6500" y="6370991"/>
              <a:ext cx="204345" cy="118217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ZoneTexte 33">
                  <a:extLst>
                    <a:ext uri="{FF2B5EF4-FFF2-40B4-BE49-F238E27FC236}">
                      <a16:creationId xmlns:a16="http://schemas.microsoft.com/office/drawing/2014/main" id="{D9A1A30D-561A-9725-460B-506C4AE65FE6}"/>
                    </a:ext>
                  </a:extLst>
                </p:cNvPr>
                <p:cNvSpPr txBox="1"/>
                <p:nvPr/>
              </p:nvSpPr>
              <p:spPr>
                <a:xfrm>
                  <a:off x="10327068" y="6505962"/>
                  <a:ext cx="78650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fr-FR" sz="1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oMath>
                    </m:oMathPara>
                  </a14:m>
                  <a:endParaRPr kumimoji="0" lang="fr-F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>
            <p:sp>
              <p:nvSpPr>
                <p:cNvPr id="34" name="ZoneTexte 33">
                  <a:extLst>
                    <a:ext uri="{FF2B5EF4-FFF2-40B4-BE49-F238E27FC236}">
                      <a16:creationId xmlns:a16="http://schemas.microsoft.com/office/drawing/2014/main" id="{D9A1A30D-561A-9725-460B-506C4AE65F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7068" y="6505962"/>
                  <a:ext cx="78650" cy="153888"/>
                </a:xfrm>
                <a:prstGeom prst="rect">
                  <a:avLst/>
                </a:prstGeom>
                <a:blipFill>
                  <a:blip r:embed="rId3"/>
                  <a:stretch>
                    <a:fillRect l="-53846" r="-53846" b="-4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ZoneTexte 34">
                  <a:extLst>
                    <a:ext uri="{FF2B5EF4-FFF2-40B4-BE49-F238E27FC236}">
                      <a16:creationId xmlns:a16="http://schemas.microsoft.com/office/drawing/2014/main" id="{B44623BC-8508-FDF3-1773-D4EC3CA5E9C9}"/>
                    </a:ext>
                  </a:extLst>
                </p:cNvPr>
                <p:cNvSpPr txBox="1"/>
                <p:nvPr/>
              </p:nvSpPr>
              <p:spPr>
                <a:xfrm>
                  <a:off x="10063373" y="6254810"/>
                  <a:ext cx="78650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fr-FR" sz="1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oMath>
                    </m:oMathPara>
                  </a14:m>
                  <a:endParaRPr kumimoji="0" lang="fr-F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>
            <p:sp>
              <p:nvSpPr>
                <p:cNvPr id="35" name="ZoneTexte 34">
                  <a:extLst>
                    <a:ext uri="{FF2B5EF4-FFF2-40B4-BE49-F238E27FC236}">
                      <a16:creationId xmlns:a16="http://schemas.microsoft.com/office/drawing/2014/main" id="{B44623BC-8508-FDF3-1773-D4EC3CA5E9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63373" y="6254810"/>
                  <a:ext cx="78650" cy="153888"/>
                </a:xfrm>
                <a:prstGeom prst="rect">
                  <a:avLst/>
                </a:prstGeom>
                <a:blipFill>
                  <a:blip r:embed="rId4"/>
                  <a:stretch>
                    <a:fillRect l="-50000" r="-33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ZoneTexte 35">
                  <a:extLst>
                    <a:ext uri="{FF2B5EF4-FFF2-40B4-BE49-F238E27FC236}">
                      <a16:creationId xmlns:a16="http://schemas.microsoft.com/office/drawing/2014/main" id="{AA39C640-DBE0-E050-4AB1-AFC8F555AA93}"/>
                    </a:ext>
                  </a:extLst>
                </p:cNvPr>
                <p:cNvSpPr txBox="1"/>
                <p:nvPr/>
              </p:nvSpPr>
              <p:spPr>
                <a:xfrm>
                  <a:off x="10583952" y="6254810"/>
                  <a:ext cx="78650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fr-FR" sz="1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oMath>
                    </m:oMathPara>
                  </a14:m>
                  <a:endParaRPr kumimoji="0" lang="fr-F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>
            <p:sp>
              <p:nvSpPr>
                <p:cNvPr id="36" name="ZoneTexte 35">
                  <a:extLst>
                    <a:ext uri="{FF2B5EF4-FFF2-40B4-BE49-F238E27FC236}">
                      <a16:creationId xmlns:a16="http://schemas.microsoft.com/office/drawing/2014/main" id="{AA39C640-DBE0-E050-4AB1-AFC8F555AA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3952" y="6254810"/>
                  <a:ext cx="78650" cy="153888"/>
                </a:xfrm>
                <a:prstGeom prst="rect">
                  <a:avLst/>
                </a:prstGeom>
                <a:blipFill>
                  <a:blip r:embed="rId5"/>
                  <a:stretch>
                    <a:fillRect l="-61538" r="-46154" b="-19231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ZoneTexte 36">
                  <a:extLst>
                    <a:ext uri="{FF2B5EF4-FFF2-40B4-BE49-F238E27FC236}">
                      <a16:creationId xmlns:a16="http://schemas.microsoft.com/office/drawing/2014/main" id="{E2E6672E-EEB1-636F-C639-68A706538069}"/>
                    </a:ext>
                  </a:extLst>
                </p:cNvPr>
                <p:cNvSpPr txBox="1"/>
                <p:nvPr/>
              </p:nvSpPr>
              <p:spPr>
                <a:xfrm>
                  <a:off x="10332783" y="6048310"/>
                  <a:ext cx="78650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fr-FR" sz="1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𝑧</m:t>
                        </m:r>
                      </m:oMath>
                    </m:oMathPara>
                  </a14:m>
                  <a:endParaRPr kumimoji="0" lang="fr-F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>
            <p:sp>
              <p:nvSpPr>
                <p:cNvPr id="37" name="ZoneTexte 36">
                  <a:extLst>
                    <a:ext uri="{FF2B5EF4-FFF2-40B4-BE49-F238E27FC236}">
                      <a16:creationId xmlns:a16="http://schemas.microsoft.com/office/drawing/2014/main" id="{E2E6672E-EEB1-636F-C639-68A7065380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32783" y="6048310"/>
                  <a:ext cx="78650" cy="153888"/>
                </a:xfrm>
                <a:prstGeom prst="rect">
                  <a:avLst/>
                </a:prstGeom>
                <a:blipFill>
                  <a:blip r:embed="rId6"/>
                  <a:stretch>
                    <a:fillRect l="-38462" r="-2307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2F9B7585-F3B8-2D60-C1B0-2756278747A7}"/>
                  </a:ext>
                </a:extLst>
              </p:cNvPr>
              <p:cNvSpPr txBox="1"/>
              <p:nvPr/>
            </p:nvSpPr>
            <p:spPr>
              <a:xfrm>
                <a:off x="5937447" y="4903731"/>
                <a:ext cx="14558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fr-FR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fr-FR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fr-FR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;</m:t>
                          </m:r>
                          <m:r>
                            <a:rPr kumimoji="0" lang="fr-FR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  <m:r>
                            <a:rPr kumimoji="0" lang="fr-FR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;</m:t>
                          </m:r>
                          <m:r>
                            <a:rPr kumimoji="0" lang="fr-FR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kumimoji="0" 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2F9B7585-F3B8-2D60-C1B0-275627874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447" y="4903731"/>
                <a:ext cx="1455891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9" name="Groupe 78">
            <a:extLst>
              <a:ext uri="{FF2B5EF4-FFF2-40B4-BE49-F238E27FC236}">
                <a16:creationId xmlns:a16="http://schemas.microsoft.com/office/drawing/2014/main" id="{5CCACAA6-51C6-60C0-5DC6-9565807C538B}"/>
              </a:ext>
            </a:extLst>
          </p:cNvPr>
          <p:cNvGrpSpPr/>
          <p:nvPr/>
        </p:nvGrpSpPr>
        <p:grpSpPr>
          <a:xfrm>
            <a:off x="6096000" y="753869"/>
            <a:ext cx="5034166" cy="5190023"/>
            <a:chOff x="6802446" y="1249043"/>
            <a:chExt cx="5034166" cy="5190023"/>
          </a:xfrm>
        </p:grpSpPr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46762362-184E-24F6-AF1C-CCCD856F214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 amt="42000"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7788" b="95711" l="13885" r="83612">
                          <a14:foregroundMark x1="29970" y1="59481" x2="29970" y2="59029"/>
                          <a14:foregroundMark x1="29666" y1="58239" x2="29666" y2="58014"/>
                          <a14:foregroundMark x1="28832" y1="56772" x2="30349" y2="59594"/>
                          <a14:foregroundMark x1="62215" y1="39165" x2="62215" y2="39165"/>
                          <a14:foregroundMark x1="60470" y1="38036" x2="40288" y2="28555"/>
                          <a14:foregroundMark x1="40288" y1="28555" x2="50152" y2="27540"/>
                          <a14:foregroundMark x1="50152" y1="27540" x2="62747" y2="40632"/>
                          <a14:foregroundMark x1="60926" y1="40632" x2="49924" y2="31264"/>
                          <a14:foregroundMark x1="49924" y1="31264" x2="43627" y2="21558"/>
                          <a14:foregroundMark x1="43627" y1="21558" x2="39985" y2="18849"/>
                          <a14:foregroundMark x1="34219" y1="7788" x2="78680" y2="45485"/>
                          <a14:foregroundMark x1="78680" y1="45485" x2="71017" y2="51016"/>
                          <a14:foregroundMark x1="71017" y1="51016" x2="68437" y2="54966"/>
                          <a14:foregroundMark x1="33839" y1="8465" x2="14340" y2="25282"/>
                          <a14:foregroundMark x1="14036" y1="25734" x2="13885" y2="54176"/>
                          <a14:foregroundMark x1="14112" y1="53612" x2="38088" y2="74266"/>
                          <a14:foregroundMark x1="38088" y1="74266" x2="38164" y2="74492"/>
                          <a14:foregroundMark x1="52883" y1="87246" x2="58422" y2="90745"/>
                          <a14:foregroundMark x1="58042" y1="63205" x2="57663" y2="90519"/>
                          <a14:foregroundMark x1="67678" y1="82957" x2="69499" y2="82167"/>
                          <a14:foregroundMark x1="54932" y1="94808" x2="54932" y2="94808"/>
                          <a14:foregroundMark x1="54476" y1="66817" x2="54476" y2="66817"/>
                          <a14:foregroundMark x1="51669" y1="65801" x2="51669" y2="65801"/>
                          <a14:foregroundMark x1="44082" y1="58691" x2="44006" y2="58465"/>
                          <a14:foregroundMark x1="36039" y1="60271" x2="36039" y2="60384"/>
                          <a14:foregroundMark x1="33460" y1="58352" x2="31259" y2="61625"/>
                          <a14:foregroundMark x1="14719" y1="51806" x2="18589" y2="54402"/>
                          <a14:foregroundMark x1="33156" y1="48646" x2="33156" y2="48758"/>
                          <a14:foregroundMark x1="34598" y1="46388" x2="45144" y2="53160"/>
                          <a14:foregroundMark x1="45144" y1="53160" x2="52656" y2="63544"/>
                          <a14:foregroundMark x1="24734" y1="27540" x2="52124" y2="52257"/>
                          <a14:foregroundMark x1="28073" y1="26862" x2="48558" y2="45147"/>
                          <a14:foregroundMark x1="30197" y1="24944" x2="58953" y2="50339"/>
                          <a14:foregroundMark x1="82246" y1="78330" x2="83687" y2="76411"/>
                          <a14:foregroundMark x1="76631" y1="95711" x2="76631" y2="95711"/>
                          <a14:backgroundMark x1="23065" y1="67043" x2="23065" y2="67043"/>
                          <a14:backgroundMark x1="22989" y1="67043" x2="22989" y2="67043"/>
                          <a14:backgroundMark x1="23065" y1="66704" x2="23065" y2="6670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955" t="6937" r="12881" b="1236"/>
            <a:stretch>
              <a:fillRect/>
            </a:stretch>
          </p:blipFill>
          <p:spPr>
            <a:xfrm>
              <a:off x="7182075" y="1926668"/>
              <a:ext cx="4654537" cy="3874135"/>
            </a:xfrm>
            <a:prstGeom prst="rect">
              <a:avLst/>
            </a:prstGeom>
          </p:spPr>
        </p:pic>
        <p:cxnSp>
          <p:nvCxnSpPr>
            <p:cNvPr id="42" name="Connecteur droit avec flèche 41">
              <a:extLst>
                <a:ext uri="{FF2B5EF4-FFF2-40B4-BE49-F238E27FC236}">
                  <a16:creationId xmlns:a16="http://schemas.microsoft.com/office/drawing/2014/main" id="{EB727AE5-EE6A-0E4E-ACAD-BB19B0E8C317}"/>
                </a:ext>
              </a:extLst>
            </p:cNvPr>
            <p:cNvCxnSpPr>
              <a:cxnSpLocks/>
            </p:cNvCxnSpPr>
            <p:nvPr/>
          </p:nvCxnSpPr>
          <p:spPr>
            <a:xfrm>
              <a:off x="8436613" y="1914734"/>
              <a:ext cx="0" cy="913333"/>
            </a:xfrm>
            <a:prstGeom prst="straightConnector1">
              <a:avLst/>
            </a:prstGeom>
            <a:ln>
              <a:solidFill>
                <a:srgbClr val="00B05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avec flèche 14">
              <a:extLst>
                <a:ext uri="{FF2B5EF4-FFF2-40B4-BE49-F238E27FC236}">
                  <a16:creationId xmlns:a16="http://schemas.microsoft.com/office/drawing/2014/main" id="{3D76BF90-E08F-6B80-AA97-7768B32D0967}"/>
                </a:ext>
              </a:extLst>
            </p:cNvPr>
            <p:cNvCxnSpPr>
              <a:cxnSpLocks/>
            </p:cNvCxnSpPr>
            <p:nvPr/>
          </p:nvCxnSpPr>
          <p:spPr>
            <a:xfrm>
              <a:off x="9521325" y="2897832"/>
              <a:ext cx="0" cy="1006656"/>
            </a:xfrm>
            <a:prstGeom prst="straightConnector1">
              <a:avLst/>
            </a:prstGeom>
            <a:ln>
              <a:solidFill>
                <a:srgbClr val="00B05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avec flèche 17">
              <a:extLst>
                <a:ext uri="{FF2B5EF4-FFF2-40B4-BE49-F238E27FC236}">
                  <a16:creationId xmlns:a16="http://schemas.microsoft.com/office/drawing/2014/main" id="{B791F0F3-028B-10BB-4F93-2142B7B45BFE}"/>
                </a:ext>
              </a:extLst>
            </p:cNvPr>
            <p:cNvCxnSpPr>
              <a:cxnSpLocks/>
            </p:cNvCxnSpPr>
            <p:nvPr/>
          </p:nvCxnSpPr>
          <p:spPr>
            <a:xfrm>
              <a:off x="9271000" y="3259359"/>
              <a:ext cx="0" cy="992601"/>
            </a:xfrm>
            <a:prstGeom prst="straightConnector1">
              <a:avLst/>
            </a:prstGeom>
            <a:ln>
              <a:solidFill>
                <a:srgbClr val="00B05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0394C406-BF78-6A92-D0A3-7B222B7A1A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29268" y="1965323"/>
              <a:ext cx="1493616" cy="2286637"/>
            </a:xfrm>
            <a:prstGeom prst="line">
              <a:avLst/>
            </a:prstGeom>
            <a:ln w="952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 droit 32">
              <a:extLst>
                <a:ext uri="{FF2B5EF4-FFF2-40B4-BE49-F238E27FC236}">
                  <a16:creationId xmlns:a16="http://schemas.microsoft.com/office/drawing/2014/main" id="{853B67C6-563E-5E0E-509F-23498F8480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54240" y="2670810"/>
              <a:ext cx="4008120" cy="864870"/>
            </a:xfrm>
            <a:prstGeom prst="line">
              <a:avLst/>
            </a:prstGeom>
            <a:ln w="952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ZoneTexte 44">
                  <a:extLst>
                    <a:ext uri="{FF2B5EF4-FFF2-40B4-BE49-F238E27FC236}">
                      <a16:creationId xmlns:a16="http://schemas.microsoft.com/office/drawing/2014/main" id="{4A01A4CC-B21A-5512-B052-74BD40B45727}"/>
                    </a:ext>
                  </a:extLst>
                </p:cNvPr>
                <p:cNvSpPr txBox="1"/>
                <p:nvPr/>
              </p:nvSpPr>
              <p:spPr>
                <a:xfrm>
                  <a:off x="9066298" y="1767617"/>
                  <a:ext cx="932758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kumimoji="0" lang="fr-FR" sz="1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fr-FR" sz="1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 ;0,45 ;0,3</m:t>
                            </m:r>
                          </m:e>
                        </m:d>
                      </m:oMath>
                    </m:oMathPara>
                  </a14:m>
                  <a:endParaRPr kumimoji="0" lang="fr-F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>
            <p:sp>
              <p:nvSpPr>
                <p:cNvPr id="45" name="ZoneTexte 44">
                  <a:extLst>
                    <a:ext uri="{FF2B5EF4-FFF2-40B4-BE49-F238E27FC236}">
                      <a16:creationId xmlns:a16="http://schemas.microsoft.com/office/drawing/2014/main" id="{4A01A4CC-B21A-5512-B052-74BD40B457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6298" y="1767617"/>
                  <a:ext cx="932758" cy="24622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Connecteur droit avec flèche 49">
              <a:extLst>
                <a:ext uri="{FF2B5EF4-FFF2-40B4-BE49-F238E27FC236}">
                  <a16:creationId xmlns:a16="http://schemas.microsoft.com/office/drawing/2014/main" id="{2846F863-C0D4-42CE-1425-7253BED08865}"/>
                </a:ext>
              </a:extLst>
            </p:cNvPr>
            <p:cNvCxnSpPr>
              <a:cxnSpLocks/>
            </p:cNvCxnSpPr>
            <p:nvPr/>
          </p:nvCxnSpPr>
          <p:spPr>
            <a:xfrm>
              <a:off x="9271461" y="1965323"/>
              <a:ext cx="0" cy="1294036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eur droit avec flèche 52">
              <a:extLst>
                <a:ext uri="{FF2B5EF4-FFF2-40B4-BE49-F238E27FC236}">
                  <a16:creationId xmlns:a16="http://schemas.microsoft.com/office/drawing/2014/main" id="{521FDC02-1E0B-BF06-5785-8AFA0543C77D}"/>
                </a:ext>
              </a:extLst>
            </p:cNvPr>
            <p:cNvCxnSpPr>
              <a:cxnSpLocks/>
            </p:cNvCxnSpPr>
            <p:nvPr/>
          </p:nvCxnSpPr>
          <p:spPr>
            <a:xfrm>
              <a:off x="9521325" y="2445076"/>
              <a:ext cx="0" cy="518372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ZoneTexte 54">
                  <a:extLst>
                    <a:ext uri="{FF2B5EF4-FFF2-40B4-BE49-F238E27FC236}">
                      <a16:creationId xmlns:a16="http://schemas.microsoft.com/office/drawing/2014/main" id="{6D78DA8A-1E9E-D662-C77C-F7A1BC3309F1}"/>
                    </a:ext>
                  </a:extLst>
                </p:cNvPr>
                <p:cNvSpPr txBox="1"/>
                <p:nvPr/>
              </p:nvSpPr>
              <p:spPr>
                <a:xfrm>
                  <a:off x="9287630" y="2218178"/>
                  <a:ext cx="932758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kumimoji="0" lang="fr-FR" sz="1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fr-FR" sz="1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0,4 ;0,2 ;0,45</m:t>
                            </m:r>
                          </m:e>
                        </m:d>
                      </m:oMath>
                    </m:oMathPara>
                  </a14:m>
                  <a:endParaRPr kumimoji="0" lang="fr-F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>
            <p:sp>
              <p:nvSpPr>
                <p:cNvPr id="55" name="ZoneTexte 54">
                  <a:extLst>
                    <a:ext uri="{FF2B5EF4-FFF2-40B4-BE49-F238E27FC236}">
                      <a16:creationId xmlns:a16="http://schemas.microsoft.com/office/drawing/2014/main" id="{6D78DA8A-1E9E-D662-C77C-F7A1BC3309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87630" y="2218178"/>
                  <a:ext cx="932758" cy="24622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Connecteur droit avec flèche 57">
              <a:extLst>
                <a:ext uri="{FF2B5EF4-FFF2-40B4-BE49-F238E27FC236}">
                  <a16:creationId xmlns:a16="http://schemas.microsoft.com/office/drawing/2014/main" id="{56D44835-D77C-733F-A941-28FB7A217DED}"/>
                </a:ext>
              </a:extLst>
            </p:cNvPr>
            <p:cNvCxnSpPr>
              <a:cxnSpLocks/>
            </p:cNvCxnSpPr>
            <p:nvPr/>
          </p:nvCxnSpPr>
          <p:spPr>
            <a:xfrm>
              <a:off x="8436613" y="1457960"/>
              <a:ext cx="0" cy="511924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ZoneTexte 59">
                  <a:extLst>
                    <a:ext uri="{FF2B5EF4-FFF2-40B4-BE49-F238E27FC236}">
                      <a16:creationId xmlns:a16="http://schemas.microsoft.com/office/drawing/2014/main" id="{FFB22B0C-640D-0AE8-4C98-61905A0A859C}"/>
                    </a:ext>
                  </a:extLst>
                </p:cNvPr>
                <p:cNvSpPr txBox="1"/>
                <p:nvPr/>
              </p:nvSpPr>
              <p:spPr>
                <a:xfrm>
                  <a:off x="7964034" y="1249043"/>
                  <a:ext cx="932758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kumimoji="0" lang="fr-FR" sz="1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fr-FR" sz="1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1,5 ;0,4 ;0,6</m:t>
                            </m:r>
                          </m:e>
                        </m:d>
                      </m:oMath>
                    </m:oMathPara>
                  </a14:m>
                  <a:endParaRPr kumimoji="0" lang="fr-F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>
            <p:sp>
              <p:nvSpPr>
                <p:cNvPr id="60" name="ZoneTexte 59">
                  <a:extLst>
                    <a:ext uri="{FF2B5EF4-FFF2-40B4-BE49-F238E27FC236}">
                      <a16:creationId xmlns:a16="http://schemas.microsoft.com/office/drawing/2014/main" id="{FFB22B0C-640D-0AE8-4C98-61905A0A85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4034" y="1249043"/>
                  <a:ext cx="932758" cy="24622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Connecteur droit avec flèche 64">
              <a:extLst>
                <a:ext uri="{FF2B5EF4-FFF2-40B4-BE49-F238E27FC236}">
                  <a16:creationId xmlns:a16="http://schemas.microsoft.com/office/drawing/2014/main" id="{1EE0AB64-CA9A-28DE-59C2-0E2A21D6403E}"/>
                </a:ext>
              </a:extLst>
            </p:cNvPr>
            <p:cNvCxnSpPr>
              <a:cxnSpLocks/>
            </p:cNvCxnSpPr>
            <p:nvPr/>
          </p:nvCxnSpPr>
          <p:spPr>
            <a:xfrm>
              <a:off x="7879324" y="2585230"/>
              <a:ext cx="0" cy="1077649"/>
            </a:xfrm>
            <a:prstGeom prst="straightConnector1">
              <a:avLst/>
            </a:prstGeom>
            <a:ln>
              <a:solidFill>
                <a:srgbClr val="00B05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eur droit avec flèche 65">
              <a:extLst>
                <a:ext uri="{FF2B5EF4-FFF2-40B4-BE49-F238E27FC236}">
                  <a16:creationId xmlns:a16="http://schemas.microsoft.com/office/drawing/2014/main" id="{96CE23FD-29F4-28FB-FB1F-C4C3F18F9CE1}"/>
                </a:ext>
              </a:extLst>
            </p:cNvPr>
            <p:cNvCxnSpPr>
              <a:cxnSpLocks/>
            </p:cNvCxnSpPr>
            <p:nvPr/>
          </p:nvCxnSpPr>
          <p:spPr>
            <a:xfrm>
              <a:off x="7879324" y="2189114"/>
              <a:ext cx="0" cy="511924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" name="ZoneTexte 66">
                  <a:extLst>
                    <a:ext uri="{FF2B5EF4-FFF2-40B4-BE49-F238E27FC236}">
                      <a16:creationId xmlns:a16="http://schemas.microsoft.com/office/drawing/2014/main" id="{FFDD11BD-0B22-84D9-77A1-652B055A72EF}"/>
                    </a:ext>
                  </a:extLst>
                </p:cNvPr>
                <p:cNvSpPr txBox="1"/>
                <p:nvPr/>
              </p:nvSpPr>
              <p:spPr>
                <a:xfrm>
                  <a:off x="7399006" y="1995450"/>
                  <a:ext cx="932758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kumimoji="0" lang="fr-FR" sz="1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fr-FR" sz="1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1,6 ;0,2 ;0,3</m:t>
                            </m:r>
                          </m:e>
                        </m:d>
                      </m:oMath>
                    </m:oMathPara>
                  </a14:m>
                  <a:endParaRPr kumimoji="0" lang="fr-F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>
            <p:sp>
              <p:nvSpPr>
                <p:cNvPr id="67" name="ZoneTexte 66">
                  <a:extLst>
                    <a:ext uri="{FF2B5EF4-FFF2-40B4-BE49-F238E27FC236}">
                      <a16:creationId xmlns:a16="http://schemas.microsoft.com/office/drawing/2014/main" id="{FFDD11BD-0B22-84D9-77A1-652B055A72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9006" y="1995450"/>
                  <a:ext cx="932758" cy="24622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4" name="Connecteur droit avec flèche 73">
              <a:extLst>
                <a:ext uri="{FF2B5EF4-FFF2-40B4-BE49-F238E27FC236}">
                  <a16:creationId xmlns:a16="http://schemas.microsoft.com/office/drawing/2014/main" id="{9DD0DDB0-075E-E55B-7873-E27BB3FC5D7E}"/>
                </a:ext>
              </a:extLst>
            </p:cNvPr>
            <p:cNvCxnSpPr>
              <a:cxnSpLocks/>
            </p:cNvCxnSpPr>
            <p:nvPr/>
          </p:nvCxnSpPr>
          <p:spPr>
            <a:xfrm>
              <a:off x="7385436" y="2040717"/>
              <a:ext cx="0" cy="1077649"/>
            </a:xfrm>
            <a:prstGeom prst="straightConnector1">
              <a:avLst/>
            </a:prstGeom>
            <a:ln>
              <a:solidFill>
                <a:srgbClr val="00B05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cteur droit avec flèche 74">
              <a:extLst>
                <a:ext uri="{FF2B5EF4-FFF2-40B4-BE49-F238E27FC236}">
                  <a16:creationId xmlns:a16="http://schemas.microsoft.com/office/drawing/2014/main" id="{7C2FD12D-95BE-D956-8ADF-0F114BE5DE05}"/>
                </a:ext>
              </a:extLst>
            </p:cNvPr>
            <p:cNvCxnSpPr>
              <a:cxnSpLocks/>
            </p:cNvCxnSpPr>
            <p:nvPr/>
          </p:nvCxnSpPr>
          <p:spPr>
            <a:xfrm>
              <a:off x="7385436" y="1644601"/>
              <a:ext cx="0" cy="511924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ZoneTexte 75">
                  <a:extLst>
                    <a:ext uri="{FF2B5EF4-FFF2-40B4-BE49-F238E27FC236}">
                      <a16:creationId xmlns:a16="http://schemas.microsoft.com/office/drawing/2014/main" id="{E7C24B82-4639-0EF3-738E-71FB170FDC9D}"/>
                    </a:ext>
                  </a:extLst>
                </p:cNvPr>
                <p:cNvSpPr txBox="1"/>
                <p:nvPr/>
              </p:nvSpPr>
              <p:spPr>
                <a:xfrm>
                  <a:off x="6802446" y="1448065"/>
                  <a:ext cx="11085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kumimoji="0" lang="fr-FR" sz="1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fr-FR" sz="1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1,95 ;0,05 ;0,45</m:t>
                            </m:r>
                          </m:e>
                        </m:d>
                      </m:oMath>
                    </m:oMathPara>
                  </a14:m>
                  <a:endParaRPr kumimoji="0" lang="fr-F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>
            <p:sp>
              <p:nvSpPr>
                <p:cNvPr id="76" name="ZoneTexte 75">
                  <a:extLst>
                    <a:ext uri="{FF2B5EF4-FFF2-40B4-BE49-F238E27FC236}">
                      <a16:creationId xmlns:a16="http://schemas.microsoft.com/office/drawing/2014/main" id="{E7C24B82-4639-0EF3-738E-71FB170FDC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2446" y="1448065"/>
                  <a:ext cx="1108579" cy="24622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" name="ZoneTexte 76">
                  <a:extLst>
                    <a:ext uri="{FF2B5EF4-FFF2-40B4-BE49-F238E27FC236}">
                      <a16:creationId xmlns:a16="http://schemas.microsoft.com/office/drawing/2014/main" id="{18CD219A-5934-4A38-3F05-054A397D8F51}"/>
                    </a:ext>
                  </a:extLst>
                </p:cNvPr>
                <p:cNvSpPr txBox="1"/>
                <p:nvPr/>
              </p:nvSpPr>
              <p:spPr>
                <a:xfrm>
                  <a:off x="8186512" y="1735404"/>
                  <a:ext cx="1108579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kumimoji="0" lang="fr-FR" sz="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fr-FR" sz="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 ;0,9 ;0,7</m:t>
                            </m:r>
                          </m:e>
                        </m:d>
                      </m:oMath>
                    </m:oMathPara>
                  </a14:m>
                  <a:endParaRPr kumimoji="0" lang="fr-FR" sz="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>
            <p:sp>
              <p:nvSpPr>
                <p:cNvPr id="77" name="ZoneTexte 76">
                  <a:extLst>
                    <a:ext uri="{FF2B5EF4-FFF2-40B4-BE49-F238E27FC236}">
                      <a16:creationId xmlns:a16="http://schemas.microsoft.com/office/drawing/2014/main" id="{18CD219A-5934-4A38-3F05-054A397D8F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6512" y="1735404"/>
                  <a:ext cx="1108579" cy="21544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8" name="Ellipse 77">
              <a:extLst>
                <a:ext uri="{FF2B5EF4-FFF2-40B4-BE49-F238E27FC236}">
                  <a16:creationId xmlns:a16="http://schemas.microsoft.com/office/drawing/2014/main" id="{2AB1C376-FF80-C663-2539-43535FFDA26A}"/>
                </a:ext>
              </a:extLst>
            </p:cNvPr>
            <p:cNvSpPr/>
            <p:nvPr/>
          </p:nvSpPr>
          <p:spPr>
            <a:xfrm>
              <a:off x="8497693" y="1918530"/>
              <a:ext cx="72000" cy="720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2" name="ZoneTexte 51">
              <a:extLst>
                <a:ext uri="{FF2B5EF4-FFF2-40B4-BE49-F238E27FC236}">
                  <a16:creationId xmlns:a16="http://schemas.microsoft.com/office/drawing/2014/main" id="{C7F46FE9-F93A-024D-5F34-F10FD247E1FD}"/>
                </a:ext>
              </a:extLst>
            </p:cNvPr>
            <p:cNvSpPr txBox="1"/>
            <p:nvPr/>
          </p:nvSpPr>
          <p:spPr>
            <a:xfrm>
              <a:off x="8009920" y="5792735"/>
              <a:ext cx="28389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/>
                <a:t>TC gainés inox implantés dans le sable</a:t>
              </a:r>
            </a:p>
          </p:txBody>
        </p:sp>
      </p:grp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E81CA0D4-ED23-241B-CABA-4B7A2483EEFC}"/>
              </a:ext>
            </a:extLst>
          </p:cNvPr>
          <p:cNvGrpSpPr/>
          <p:nvPr/>
        </p:nvGrpSpPr>
        <p:grpSpPr>
          <a:xfrm>
            <a:off x="1163960" y="746123"/>
            <a:ext cx="4654537" cy="5166435"/>
            <a:chOff x="1880240" y="1249043"/>
            <a:chExt cx="4654537" cy="5166435"/>
          </a:xfrm>
        </p:grpSpPr>
        <p:pic>
          <p:nvPicPr>
            <p:cNvPr id="2" name="Image 1">
              <a:extLst>
                <a:ext uri="{FF2B5EF4-FFF2-40B4-BE49-F238E27FC236}">
                  <a16:creationId xmlns:a16="http://schemas.microsoft.com/office/drawing/2014/main" id="{68A2CE62-F48F-0E12-8679-1390DE41F3F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 amt="42000"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7788" b="95711" l="13885" r="83612">
                          <a14:foregroundMark x1="29970" y1="59481" x2="29970" y2="59029"/>
                          <a14:foregroundMark x1="29666" y1="58239" x2="29666" y2="58014"/>
                          <a14:foregroundMark x1="28832" y1="56772" x2="30349" y2="59594"/>
                          <a14:foregroundMark x1="62215" y1="39165" x2="62215" y2="39165"/>
                          <a14:foregroundMark x1="60470" y1="38036" x2="40288" y2="28555"/>
                          <a14:foregroundMark x1="40288" y1="28555" x2="50152" y2="27540"/>
                          <a14:foregroundMark x1="50152" y1="27540" x2="62747" y2="40632"/>
                          <a14:foregroundMark x1="60926" y1="40632" x2="49924" y2="31264"/>
                          <a14:foregroundMark x1="49924" y1="31264" x2="43627" y2="21558"/>
                          <a14:foregroundMark x1="43627" y1="21558" x2="39985" y2="18849"/>
                          <a14:foregroundMark x1="34219" y1="7788" x2="78680" y2="45485"/>
                          <a14:foregroundMark x1="78680" y1="45485" x2="71017" y2="51016"/>
                          <a14:foregroundMark x1="71017" y1="51016" x2="68437" y2="54966"/>
                          <a14:foregroundMark x1="33839" y1="8465" x2="14340" y2="25282"/>
                          <a14:foregroundMark x1="14036" y1="25734" x2="13885" y2="54176"/>
                          <a14:foregroundMark x1="14112" y1="53612" x2="38088" y2="74266"/>
                          <a14:foregroundMark x1="38088" y1="74266" x2="38164" y2="74492"/>
                          <a14:foregroundMark x1="52883" y1="87246" x2="58422" y2="90745"/>
                          <a14:foregroundMark x1="58042" y1="63205" x2="57663" y2="90519"/>
                          <a14:foregroundMark x1="67678" y1="82957" x2="69499" y2="82167"/>
                          <a14:foregroundMark x1="54932" y1="94808" x2="54932" y2="94808"/>
                          <a14:foregroundMark x1="54476" y1="66817" x2="54476" y2="66817"/>
                          <a14:foregroundMark x1="51669" y1="65801" x2="51669" y2="65801"/>
                          <a14:foregroundMark x1="44082" y1="58691" x2="44006" y2="58465"/>
                          <a14:foregroundMark x1="36039" y1="60271" x2="36039" y2="60384"/>
                          <a14:foregroundMark x1="33460" y1="58352" x2="31259" y2="61625"/>
                          <a14:foregroundMark x1="14719" y1="51806" x2="18589" y2="54402"/>
                          <a14:foregroundMark x1="33156" y1="48646" x2="33156" y2="48758"/>
                          <a14:foregroundMark x1="34598" y1="46388" x2="45144" y2="53160"/>
                          <a14:foregroundMark x1="45144" y1="53160" x2="52656" y2="63544"/>
                          <a14:foregroundMark x1="24734" y1="27540" x2="52124" y2="52257"/>
                          <a14:foregroundMark x1="28073" y1="26862" x2="48558" y2="45147"/>
                          <a14:foregroundMark x1="30197" y1="24944" x2="58953" y2="50339"/>
                          <a14:foregroundMark x1="82246" y1="78330" x2="83687" y2="76411"/>
                          <a14:foregroundMark x1="76631" y1="95711" x2="76631" y2="95711"/>
                          <a14:backgroundMark x1="23065" y1="67043" x2="23065" y2="67043"/>
                          <a14:backgroundMark x1="22989" y1="67043" x2="22989" y2="67043"/>
                          <a14:backgroundMark x1="23065" y1="66704" x2="23065" y2="6670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955" t="6937" r="12881" b="1236"/>
            <a:stretch>
              <a:fillRect/>
            </a:stretch>
          </p:blipFill>
          <p:spPr>
            <a:xfrm>
              <a:off x="1880240" y="1914734"/>
              <a:ext cx="4654537" cy="3874135"/>
            </a:xfrm>
            <a:prstGeom prst="rect">
              <a:avLst/>
            </a:prstGeom>
          </p:spPr>
        </p:pic>
        <p:cxnSp>
          <p:nvCxnSpPr>
            <p:cNvPr id="3" name="Connecteur droit avec flèche 2">
              <a:extLst>
                <a:ext uri="{FF2B5EF4-FFF2-40B4-BE49-F238E27FC236}">
                  <a16:creationId xmlns:a16="http://schemas.microsoft.com/office/drawing/2014/main" id="{934433D9-1C69-A19A-DF5A-45F43C42F866}"/>
                </a:ext>
              </a:extLst>
            </p:cNvPr>
            <p:cNvCxnSpPr>
              <a:cxnSpLocks/>
            </p:cNvCxnSpPr>
            <p:nvPr/>
          </p:nvCxnSpPr>
          <p:spPr>
            <a:xfrm>
              <a:off x="2919585" y="2218178"/>
              <a:ext cx="0" cy="913333"/>
            </a:xfrm>
            <a:prstGeom prst="straightConnector1">
              <a:avLst/>
            </a:prstGeom>
            <a:ln>
              <a:solidFill>
                <a:srgbClr val="0070C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avec flèche 9">
              <a:extLst>
                <a:ext uri="{FF2B5EF4-FFF2-40B4-BE49-F238E27FC236}">
                  <a16:creationId xmlns:a16="http://schemas.microsoft.com/office/drawing/2014/main" id="{02658867-B923-752B-EBBA-DD32236C4B78}"/>
                </a:ext>
              </a:extLst>
            </p:cNvPr>
            <p:cNvCxnSpPr>
              <a:cxnSpLocks/>
            </p:cNvCxnSpPr>
            <p:nvPr/>
          </p:nvCxnSpPr>
          <p:spPr>
            <a:xfrm>
              <a:off x="5308452" y="3755659"/>
              <a:ext cx="0" cy="992601"/>
            </a:xfrm>
            <a:prstGeom prst="straightConnector1">
              <a:avLst/>
            </a:prstGeom>
            <a:ln>
              <a:solidFill>
                <a:srgbClr val="0070C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A8EB09C1-4D7F-5EDB-559C-B59C6E0307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25600" y="1965323"/>
              <a:ext cx="1493616" cy="2286637"/>
            </a:xfrm>
            <a:prstGeom prst="line">
              <a:avLst/>
            </a:prstGeom>
            <a:ln w="952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0725AED0-35C6-E59E-5935-4B80771253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50572" y="2670810"/>
              <a:ext cx="4008120" cy="864870"/>
            </a:xfrm>
            <a:prstGeom prst="line">
              <a:avLst/>
            </a:prstGeom>
            <a:ln w="952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eur droit avec flèche 26">
              <a:extLst>
                <a:ext uri="{FF2B5EF4-FFF2-40B4-BE49-F238E27FC236}">
                  <a16:creationId xmlns:a16="http://schemas.microsoft.com/office/drawing/2014/main" id="{9FA600A2-548E-238C-3DC6-B1078ACE2BE9}"/>
                </a:ext>
              </a:extLst>
            </p:cNvPr>
            <p:cNvCxnSpPr>
              <a:cxnSpLocks/>
            </p:cNvCxnSpPr>
            <p:nvPr/>
          </p:nvCxnSpPr>
          <p:spPr>
            <a:xfrm>
              <a:off x="5308452" y="2828067"/>
              <a:ext cx="0" cy="1006956"/>
            </a:xfrm>
            <a:prstGeom prst="straightConnector1">
              <a:avLst/>
            </a:prstGeom>
            <a:ln>
              <a:solidFill>
                <a:srgbClr val="0070C0"/>
              </a:solidFill>
              <a:prstDash val="dash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eur droit avec flèche 29">
              <a:extLst>
                <a:ext uri="{FF2B5EF4-FFF2-40B4-BE49-F238E27FC236}">
                  <a16:creationId xmlns:a16="http://schemas.microsoft.com/office/drawing/2014/main" id="{4B74F0F2-909B-03F8-DB35-40EBB10E2943}"/>
                </a:ext>
              </a:extLst>
            </p:cNvPr>
            <p:cNvCxnSpPr>
              <a:cxnSpLocks/>
            </p:cNvCxnSpPr>
            <p:nvPr/>
          </p:nvCxnSpPr>
          <p:spPr>
            <a:xfrm>
              <a:off x="2919585" y="1249043"/>
              <a:ext cx="0" cy="1020757"/>
            </a:xfrm>
            <a:prstGeom prst="straightConnector1">
              <a:avLst/>
            </a:prstGeom>
            <a:ln>
              <a:solidFill>
                <a:srgbClr val="0070C0"/>
              </a:solidFill>
              <a:prstDash val="dash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eur droit avec flèche 42">
              <a:extLst>
                <a:ext uri="{FF2B5EF4-FFF2-40B4-BE49-F238E27FC236}">
                  <a16:creationId xmlns:a16="http://schemas.microsoft.com/office/drawing/2014/main" id="{E9C2DF75-E561-F1D7-3537-2249AAED78C6}"/>
                </a:ext>
              </a:extLst>
            </p:cNvPr>
            <p:cNvCxnSpPr>
              <a:cxnSpLocks/>
            </p:cNvCxnSpPr>
            <p:nvPr/>
          </p:nvCxnSpPr>
          <p:spPr>
            <a:xfrm>
              <a:off x="2527538" y="2347749"/>
              <a:ext cx="0" cy="1077649"/>
            </a:xfrm>
            <a:prstGeom prst="straightConnector1">
              <a:avLst/>
            </a:prstGeom>
            <a:ln>
              <a:solidFill>
                <a:srgbClr val="0070C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eur droit avec flèche 43">
              <a:extLst>
                <a:ext uri="{FF2B5EF4-FFF2-40B4-BE49-F238E27FC236}">
                  <a16:creationId xmlns:a16="http://schemas.microsoft.com/office/drawing/2014/main" id="{CA08366D-F2C2-779F-038B-7321D49D2103}"/>
                </a:ext>
              </a:extLst>
            </p:cNvPr>
            <p:cNvCxnSpPr>
              <a:cxnSpLocks/>
            </p:cNvCxnSpPr>
            <p:nvPr/>
          </p:nvCxnSpPr>
          <p:spPr>
            <a:xfrm>
              <a:off x="2527538" y="1735404"/>
              <a:ext cx="0" cy="728153"/>
            </a:xfrm>
            <a:prstGeom prst="straightConnector1">
              <a:avLst/>
            </a:prstGeom>
            <a:ln>
              <a:solidFill>
                <a:srgbClr val="0070C0"/>
              </a:solidFill>
              <a:prstDash val="dash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ZoneTexte 53">
              <a:extLst>
                <a:ext uri="{FF2B5EF4-FFF2-40B4-BE49-F238E27FC236}">
                  <a16:creationId xmlns:a16="http://schemas.microsoft.com/office/drawing/2014/main" id="{3549BADC-584E-D907-D180-28BB0ABB6BA5}"/>
                </a:ext>
              </a:extLst>
            </p:cNvPr>
            <p:cNvSpPr txBox="1"/>
            <p:nvPr/>
          </p:nvSpPr>
          <p:spPr>
            <a:xfrm>
              <a:off x="2329110" y="5769147"/>
              <a:ext cx="325104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/>
                <a:t>TC non gainés implantés dans le sable et sur les tubes</a:t>
              </a:r>
            </a:p>
          </p:txBody>
        </p:sp>
        <p:cxnSp>
          <p:nvCxnSpPr>
            <p:cNvPr id="61" name="Connecteur droit avec flèche 60">
              <a:extLst>
                <a:ext uri="{FF2B5EF4-FFF2-40B4-BE49-F238E27FC236}">
                  <a16:creationId xmlns:a16="http://schemas.microsoft.com/office/drawing/2014/main" id="{D7C987C0-56A0-15DE-93B9-B291BCF205F3}"/>
                </a:ext>
              </a:extLst>
            </p:cNvPr>
            <p:cNvCxnSpPr>
              <a:cxnSpLocks/>
            </p:cNvCxnSpPr>
            <p:nvPr/>
          </p:nvCxnSpPr>
          <p:spPr>
            <a:xfrm>
              <a:off x="2187178" y="2741930"/>
              <a:ext cx="0" cy="1077649"/>
            </a:xfrm>
            <a:prstGeom prst="straightConnector1">
              <a:avLst/>
            </a:prstGeom>
            <a:ln>
              <a:solidFill>
                <a:srgbClr val="7030A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eur droit avec flèche 61">
              <a:extLst>
                <a:ext uri="{FF2B5EF4-FFF2-40B4-BE49-F238E27FC236}">
                  <a16:creationId xmlns:a16="http://schemas.microsoft.com/office/drawing/2014/main" id="{36070DD8-9749-5665-229D-1FAE8002C1B4}"/>
                </a:ext>
              </a:extLst>
            </p:cNvPr>
            <p:cNvCxnSpPr>
              <a:cxnSpLocks/>
            </p:cNvCxnSpPr>
            <p:nvPr/>
          </p:nvCxnSpPr>
          <p:spPr>
            <a:xfrm>
              <a:off x="2187178" y="2227645"/>
              <a:ext cx="0" cy="630093"/>
            </a:xfrm>
            <a:prstGeom prst="straightConnector1">
              <a:avLst/>
            </a:prstGeom>
            <a:ln>
              <a:solidFill>
                <a:srgbClr val="7030A0"/>
              </a:solidFill>
              <a:prstDash val="dash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eur droit avec flèche 69">
              <a:extLst>
                <a:ext uri="{FF2B5EF4-FFF2-40B4-BE49-F238E27FC236}">
                  <a16:creationId xmlns:a16="http://schemas.microsoft.com/office/drawing/2014/main" id="{88A9AE05-5A24-704E-8525-A340AF628345}"/>
                </a:ext>
              </a:extLst>
            </p:cNvPr>
            <p:cNvCxnSpPr>
              <a:cxnSpLocks/>
            </p:cNvCxnSpPr>
            <p:nvPr/>
          </p:nvCxnSpPr>
          <p:spPr>
            <a:xfrm>
              <a:off x="3361674" y="2085351"/>
              <a:ext cx="0" cy="1077649"/>
            </a:xfrm>
            <a:prstGeom prst="straightConnector1">
              <a:avLst/>
            </a:prstGeom>
            <a:ln>
              <a:solidFill>
                <a:srgbClr val="7030A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eur droit avec flèche 70">
              <a:extLst>
                <a:ext uri="{FF2B5EF4-FFF2-40B4-BE49-F238E27FC236}">
                  <a16:creationId xmlns:a16="http://schemas.microsoft.com/office/drawing/2014/main" id="{AC4F560F-B664-7ADC-9C93-2794A42E97DC}"/>
                </a:ext>
              </a:extLst>
            </p:cNvPr>
            <p:cNvCxnSpPr>
              <a:cxnSpLocks/>
            </p:cNvCxnSpPr>
            <p:nvPr/>
          </p:nvCxnSpPr>
          <p:spPr>
            <a:xfrm>
              <a:off x="3361674" y="1714606"/>
              <a:ext cx="0" cy="486553"/>
            </a:xfrm>
            <a:prstGeom prst="straightConnector1">
              <a:avLst/>
            </a:prstGeom>
            <a:ln>
              <a:solidFill>
                <a:srgbClr val="7030A0"/>
              </a:solidFill>
              <a:prstDash val="dash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8779108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Grand écran</PresentationFormat>
  <Paragraphs>25</Paragraphs>
  <Slides>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Cambria Math</vt:lpstr>
      <vt:lpstr>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Adrien Fuentes</dc:creator>
  <cp:lastModifiedBy>Adrien Fuentes</cp:lastModifiedBy>
  <cp:revision>9</cp:revision>
  <cp:lastPrinted>2026-05-06T12:18:42Z</cp:lastPrinted>
  <dcterms:created xsi:type="dcterms:W3CDTF">2026-03-23T15:51:04Z</dcterms:created>
  <dcterms:modified xsi:type="dcterms:W3CDTF">2026-05-06T12:22:10Z</dcterms:modified>
</cp:coreProperties>
</file>